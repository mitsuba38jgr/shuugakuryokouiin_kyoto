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9BE994-188F-50A7-6301-167160EA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2B2054-0E4E-C0C7-3473-8CD72AF50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3C371B-9A87-7039-2368-576F4832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77379-EE5D-8375-4DE1-CBACC55B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005934-4645-E5C8-26FC-36EA3952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51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9A305-CF8F-8618-6BDA-A7CC7B58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6AF309-CC92-035A-5637-6006BE3E1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F17FAD-26CB-A671-99D7-8A29DEA4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93CBFF-0602-D4DB-862E-66FDF0A0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7FBCEC-C2AB-CF36-635F-65DDF7BF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37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9B9F5-778A-F5C6-F8DA-7189434A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8BCDE3-7EEE-B9AB-7DBE-719BFFA8D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D7E40E-80D9-E992-266E-EE603173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388A9-3EFD-DF53-3893-35E9670A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C3D3B6-64DE-DEF4-0401-1C7AD16E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10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1B4B1C-903F-352E-A0ED-5CD6629B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26281F-BC4B-DB02-5F77-489350DB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D6C196-EFD0-898B-A072-DD70BAAC5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49170E-5DA7-9A81-1E54-C10F298F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82398C-B8EE-607F-B4DB-B035685C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363704-8D36-BE4D-677B-6841B6DC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84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649DDB-E568-7552-45F5-EB698977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21BE42-8825-CC57-50CE-F778ADCD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42CE5C-BFB6-3644-9C7B-91BA00001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69FFFD-16BE-E6FE-9359-4C48D2611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056E0E-9966-676C-C3B1-4305A3119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CBCF5D-8645-6E70-D2B4-27499601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F4BCE1C-483C-2E28-461C-541BD02E7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D6F9A6-E5A1-E5E1-95F4-400B2C16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03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7A587B-B5C2-5DC8-5336-EB4683FB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2E5779-FEB3-CEB1-9FEF-C0E5F788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F66AF3-A199-6801-24DB-43D0E225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44308D-BDB8-8AF4-0D84-3808ECC4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66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5CC9E6-0E9A-C39B-FFD7-A955E4EE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BC8807-2F7B-9EA3-BE63-42ACE813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00A99F-929F-68B5-59B7-97F1170F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00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F8FC0-F1D1-A057-8B43-46DDC384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7F90B-3DF5-A627-3666-8AA295A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A471D2-5D3F-8431-E095-B65A55146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D1A4CA-ED54-1939-CA6E-F03070F0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C6C3C4-630D-C7CD-2214-936B9060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0059EE-7E62-B2BB-66BC-A90F869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60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3F286-89A6-2186-6FBD-D2B11DD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EF1FDE-9ED9-D11B-415A-895D38E37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411B2F-03EF-BE73-C432-231A49353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0F4F7C-8CE9-C6F8-0C1D-F178B3BD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24717-4309-702B-F023-339F7A7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B0DCAE-AF86-2B0C-7953-D283E4AB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64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E1928B-D162-9306-AFAA-0F50C75D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FE6B5B-1141-8866-E207-FCEF58545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552444-0F8E-8BFD-27F3-9E784CFC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E126E4-EB77-003E-ED64-96454539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11F7D-FB55-0E5F-1DD7-6609D2DC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02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CDA5FD-F49C-1471-7839-AD6524DFF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B66BCB-8E01-7188-A8C9-16D8B254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A2D6CF-5556-527D-A87B-E9F3ABAB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257F5E-5526-74A9-3FE6-7AD02430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0D1E6E-11A4-A89E-829A-FAC45883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89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DB954B-3A67-675C-30EB-4897C791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18F6A1-0AB5-E1DE-BFC9-CD1CBD3EF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A78619-5724-DA03-8E08-87B95DC68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2C1D-666F-404B-A34C-A8F7419EF1B5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6CAD49-506B-8D53-2B47-3A74668DD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95624-34D9-8B11-D67A-EE5C8ABC2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EE462-D36A-4BB9-8F66-7C297D4DC0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58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3331A0-5AB2-F9E3-2C6E-FAE8C07567F7}"/>
              </a:ext>
            </a:extLst>
          </p:cNvPr>
          <p:cNvSpPr txBox="1"/>
          <p:nvPr/>
        </p:nvSpPr>
        <p:spPr>
          <a:xfrm>
            <a:off x="0" y="71919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＊タイトル</a:t>
            </a:r>
            <a:endParaRPr kumimoji="1" lang="en-US" altLang="ja-JP" sz="2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　　　　　　　　　　　　　　　　　　　　　　　　　　　　　　　　　　　　　　　　　　　　　　　　　　　　　　　　　　　　　　　　　　　　</a:t>
            </a:r>
            <a:r>
              <a:rPr kumimoji="1"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kumimoji="1"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年　組　番　　　名字　名前</a:t>
            </a:r>
            <a:endParaRPr kumimoji="1" lang="en-US" altLang="ja-JP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1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1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120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＊本文</a:t>
            </a:r>
            <a:endParaRPr kumimoji="1" lang="en-US" altLang="ja-JP" sz="1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840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俊喜 平尾</dc:creator>
  <cp:lastModifiedBy>俊喜 平尾</cp:lastModifiedBy>
  <cp:revision>1</cp:revision>
  <dcterms:created xsi:type="dcterms:W3CDTF">2026-07-16T08:03:56Z</dcterms:created>
  <dcterms:modified xsi:type="dcterms:W3CDTF">2026-07-16T08:06:26Z</dcterms:modified>
</cp:coreProperties>
</file>